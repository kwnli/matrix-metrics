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BFBFB"/>
    <a:srgbClr val="F8FFFD"/>
    <a:srgbClr val="EDF3F0"/>
    <a:srgbClr val="E2FFDD"/>
    <a:srgbClr val="E1FCD9"/>
    <a:srgbClr val="F6FBF7"/>
    <a:srgbClr val="EDF2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85"/>
    <p:restoredTop sz="94678"/>
  </p:normalViewPr>
  <p:slideViewPr>
    <p:cSldViewPr snapToGrid="0">
      <p:cViewPr>
        <p:scale>
          <a:sx n="108" d="100"/>
          <a:sy n="108" d="100"/>
        </p:scale>
        <p:origin x="768" y="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CC11F-752C-8F3E-0DF0-A0F4A0B8ED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4DFC9C-30D8-BD26-1105-C001AE6B81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80A143-5BF8-BEDB-7FD8-1A2872570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E567F-21B0-3840-BBED-B889886453BA}" type="datetimeFigureOut">
              <a:rPr lang="en-US" smtClean="0"/>
              <a:t>5/20/26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489C82-E539-E73D-6A01-198EA2C50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40C5F8-DB5C-B142-F796-3E2770B85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BB0EB-48AD-A24D-9F8A-1D66AE259D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0526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5370D-4D14-3FB5-CDDA-6E8DF2AB9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FC8F57-C8A7-F083-7BEC-8301E5DA09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D1C97D-7478-C005-4C9A-809BE76466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E567F-21B0-3840-BBED-B889886453BA}" type="datetimeFigureOut">
              <a:rPr lang="en-US" smtClean="0"/>
              <a:t>5/20/26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D809E6-9813-D8C6-4EEA-E463C48F1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0FD570-A4E9-11EA-C77F-B3E3E1E52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BB0EB-48AD-A24D-9F8A-1D66AE259D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4533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E2556-10E2-7224-C077-88BD11D43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288777-24D1-C38A-1BD2-0CCA1E827C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45947E-FA5A-F68F-C580-B7B91CC4A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E567F-21B0-3840-BBED-B889886453BA}" type="datetimeFigureOut">
              <a:rPr lang="en-US" smtClean="0"/>
              <a:t>5/20/26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293E58-1FD2-E41D-994F-A9C274F77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6E73C3-2800-85C3-F662-8CBE6F9F1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BB0EB-48AD-A24D-9F8A-1D66AE259D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2154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B8500-6C19-F52D-DAC4-E6959701D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A9BC98-91B6-D5D4-8430-C4F4EC38D8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C185FF-74F7-C4AD-B76A-123BD6DDAC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ED32D7-C96E-921D-248E-8EB2F3CE6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E567F-21B0-3840-BBED-B889886453BA}" type="datetimeFigureOut">
              <a:rPr lang="en-US" smtClean="0"/>
              <a:t>5/20/26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3C8C2D-032E-7356-12DC-68AACF41E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6E2FD8-FA82-6AF1-63E3-A590CE963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BB0EB-48AD-A24D-9F8A-1D66AE259D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24CE8-BE35-336B-A5A3-423F7C543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F14CE1-0B3D-EF4E-D58F-57B2E68C7A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EB0F87-702B-5A7C-5D5D-15437F2EB5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14DA68-5F93-8A33-7FA5-3F7ED8DDC0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C218AD-D3C6-7E7C-4C7B-AF519174B8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6CADE4-5CAD-42EC-8516-8A54AD0F4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E567F-21B0-3840-BBED-B889886453BA}" type="datetimeFigureOut">
              <a:rPr lang="en-US" smtClean="0"/>
              <a:t>5/20/26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85658C-7E30-967B-F85A-A2788FABE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B2BE53-746A-33D9-8A35-581459351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BB0EB-48AD-A24D-9F8A-1D66AE259D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8293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1F75C-0CAF-889A-0DD9-728B84C71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C54BAC-9D15-72E2-A0B7-E9D63C26F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E567F-21B0-3840-BBED-B889886453BA}" type="datetimeFigureOut">
              <a:rPr lang="en-US" smtClean="0"/>
              <a:t>5/20/26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269A5C-A322-6BB7-4FC1-A7501F965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769B52-5B15-BA82-E81F-BABD4336D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BB0EB-48AD-A24D-9F8A-1D66AE259D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537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ADB5CE-D3EF-382E-D61B-CD6FDB1DB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E567F-21B0-3840-BBED-B889886453BA}" type="datetimeFigureOut">
              <a:rPr lang="en-US" smtClean="0"/>
              <a:t>5/20/26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9E74A4-DF19-E514-8920-BD437C95A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33803D-0A7B-36BC-155A-7B89E2F4D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BB0EB-48AD-A24D-9F8A-1D66AE259D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765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B7F6E-DA61-0A7A-A747-44B45FE9F8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3193EF-10C3-6381-C587-80123F6901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8DF808-0A55-B493-E1F6-00AEAEED09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E723BD-A121-D83E-E733-41FD353FB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E567F-21B0-3840-BBED-B889886453BA}" type="datetimeFigureOut">
              <a:rPr lang="en-US" smtClean="0"/>
              <a:t>5/20/26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EF2C3E-56D1-DB57-AC52-1452CDEDC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0B4802-F419-6A5F-791F-598800808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BB0EB-48AD-A24D-9F8A-1D66AE259D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184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245AF-80C9-F822-DB77-3D454196D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228371-59D7-B169-8F52-4AE7143D0F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80BBC6-B838-A634-5518-280C535BDE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199FB7-0DA4-DD28-6FC2-797F0BC69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E567F-21B0-3840-BBED-B889886453BA}" type="datetimeFigureOut">
              <a:rPr lang="en-US" smtClean="0"/>
              <a:t>5/20/26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46762A-BA64-863A-4DAF-455473E50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46E08D-DD59-74F4-B5F3-12F7C1BB8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BB0EB-48AD-A24D-9F8A-1D66AE259D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8030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235FF-0F3A-5DA6-CB95-006A2856B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0C0817-2C72-6E6E-E501-398DDF570C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DD8F96-1F64-F746-0541-D679F37C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E567F-21B0-3840-BBED-B889886453BA}" type="datetimeFigureOut">
              <a:rPr lang="en-US" smtClean="0"/>
              <a:t>5/20/26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C8217B-BF9E-E06A-5B45-FC47225D2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D9A741-5A49-0A25-8C42-979E72667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BB0EB-48AD-A24D-9F8A-1D66AE259D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8703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907F68E-DA2B-E0BD-860C-A6B3123918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20D80A-6C2A-127B-B702-568D74C88E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2E12A6-2995-F019-7297-F48D45A8D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E567F-21B0-3840-BBED-B889886453BA}" type="datetimeFigureOut">
              <a:rPr lang="en-US" smtClean="0"/>
              <a:t>5/20/26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021E36-F965-B9F0-F3AC-CA7EA3A36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B52BC2-FDA3-0FD6-D412-74962914E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BB0EB-48AD-A24D-9F8A-1D66AE259D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0546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50B08B-3932-FC71-8356-F8DAEC558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D64E1D-2623-2B95-06BC-4EDDF9E000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DFBA07-3BB4-8810-E463-AD9C41FF7E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CE567F-21B0-3840-BBED-B889886453BA}" type="datetimeFigureOut">
              <a:rPr lang="en-US" smtClean="0"/>
              <a:t>5/20/26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31C366-B9D4-432B-F3F5-BE01BED61B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1FD50D-5A6F-70CA-2F28-C58BD4FF9C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3BB0EB-48AD-A24D-9F8A-1D66AE259D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172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425C712-A268-8B86-ACAE-6E4A941728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2385769"/>
              </p:ext>
            </p:extLst>
          </p:nvPr>
        </p:nvGraphicFramePr>
        <p:xfrm>
          <a:off x="1388125" y="1013551"/>
          <a:ext cx="1505202" cy="15864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0867">
                  <a:extLst>
                    <a:ext uri="{9D8B030D-6E8A-4147-A177-3AD203B41FA5}">
                      <a16:colId xmlns:a16="http://schemas.microsoft.com/office/drawing/2014/main" val="2911984273"/>
                    </a:ext>
                  </a:extLst>
                </a:gridCol>
                <a:gridCol w="250867">
                  <a:extLst>
                    <a:ext uri="{9D8B030D-6E8A-4147-A177-3AD203B41FA5}">
                      <a16:colId xmlns:a16="http://schemas.microsoft.com/office/drawing/2014/main" val="1127940416"/>
                    </a:ext>
                  </a:extLst>
                </a:gridCol>
                <a:gridCol w="250867">
                  <a:extLst>
                    <a:ext uri="{9D8B030D-6E8A-4147-A177-3AD203B41FA5}">
                      <a16:colId xmlns:a16="http://schemas.microsoft.com/office/drawing/2014/main" val="1438800321"/>
                    </a:ext>
                  </a:extLst>
                </a:gridCol>
                <a:gridCol w="250867">
                  <a:extLst>
                    <a:ext uri="{9D8B030D-6E8A-4147-A177-3AD203B41FA5}">
                      <a16:colId xmlns:a16="http://schemas.microsoft.com/office/drawing/2014/main" val="1330743069"/>
                    </a:ext>
                  </a:extLst>
                </a:gridCol>
                <a:gridCol w="250867">
                  <a:extLst>
                    <a:ext uri="{9D8B030D-6E8A-4147-A177-3AD203B41FA5}">
                      <a16:colId xmlns:a16="http://schemas.microsoft.com/office/drawing/2014/main" val="1379473990"/>
                    </a:ext>
                  </a:extLst>
                </a:gridCol>
                <a:gridCol w="250867">
                  <a:extLst>
                    <a:ext uri="{9D8B030D-6E8A-4147-A177-3AD203B41FA5}">
                      <a16:colId xmlns:a16="http://schemas.microsoft.com/office/drawing/2014/main" val="2472479932"/>
                    </a:ext>
                  </a:extLst>
                </a:gridCol>
              </a:tblGrid>
              <a:tr h="264405"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6101" marR="66101" marT="33051" marB="3305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6101" marR="66101" marT="33051" marB="33051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6101" marR="66101" marT="33051" marB="33051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6101" marR="66101" marT="33051" marB="33051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6101" marR="66101" marT="33051" marB="33051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6101" marR="66101" marT="33051" marB="33051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451573"/>
                  </a:ext>
                </a:extLst>
              </a:tr>
              <a:tr h="264405"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6101" marR="66101" marT="33051" marB="3305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6101" marR="66101" marT="33051" marB="33051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6101" marR="66101" marT="33051" marB="33051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6101" marR="66101" marT="33051" marB="33051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6101" marR="66101" marT="33051" marB="33051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6101" marR="66101" marT="33051" marB="33051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3339775"/>
                  </a:ext>
                </a:extLst>
              </a:tr>
              <a:tr h="264405"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6101" marR="66101" marT="33051" marB="3305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6101" marR="66101" marT="33051" marB="33051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6101" marR="66101" marT="33051" marB="33051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6101" marR="66101" marT="33051" marB="33051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6101" marR="66101" marT="33051" marB="33051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6101" marR="66101" marT="33051" marB="33051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7802840"/>
                  </a:ext>
                </a:extLst>
              </a:tr>
              <a:tr h="264405"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6101" marR="66101" marT="33051" marB="3305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6101" marR="66101" marT="33051" marB="33051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6101" marR="66101" marT="33051" marB="33051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6101" marR="66101" marT="33051" marB="33051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6101" marR="66101" marT="33051" marB="33051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6101" marR="66101" marT="33051" marB="33051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4492720"/>
                  </a:ext>
                </a:extLst>
              </a:tr>
              <a:tr h="264405"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6101" marR="66101" marT="33051" marB="3305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6101" marR="66101" marT="33051" marB="33051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6101" marR="66101" marT="33051" marB="33051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6101" marR="66101" marT="33051" marB="33051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6101" marR="66101" marT="33051" marB="33051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6101" marR="66101" marT="33051" marB="3305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7694604"/>
                  </a:ext>
                </a:extLst>
              </a:tr>
              <a:tr h="264405"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6101" marR="66101" marT="33051" marB="3305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6101" marR="66101" marT="33051" marB="33051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6101" marR="66101" marT="33051" marB="33051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6101" marR="66101" marT="33051" marB="33051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6101" marR="66101" marT="33051" marB="33051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6101" marR="66101" marT="33051" marB="3305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3203850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ABCB1633-F80A-CE9B-0D87-1BE82B8EBD63}"/>
              </a:ext>
            </a:extLst>
          </p:cNvPr>
          <p:cNvSpPr/>
          <p:nvPr/>
        </p:nvSpPr>
        <p:spPr>
          <a:xfrm>
            <a:off x="4803354" y="3701667"/>
            <a:ext cx="2082188" cy="20821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8AEB7D5-7941-AA66-D200-987AE53172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3810843"/>
              </p:ext>
            </p:extLst>
          </p:nvPr>
        </p:nvGraphicFramePr>
        <p:xfrm>
          <a:off x="4419191" y="1013551"/>
          <a:ext cx="1505202" cy="15864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0867">
                  <a:extLst>
                    <a:ext uri="{9D8B030D-6E8A-4147-A177-3AD203B41FA5}">
                      <a16:colId xmlns:a16="http://schemas.microsoft.com/office/drawing/2014/main" val="2911984273"/>
                    </a:ext>
                  </a:extLst>
                </a:gridCol>
                <a:gridCol w="250867">
                  <a:extLst>
                    <a:ext uri="{9D8B030D-6E8A-4147-A177-3AD203B41FA5}">
                      <a16:colId xmlns:a16="http://schemas.microsoft.com/office/drawing/2014/main" val="1127940416"/>
                    </a:ext>
                  </a:extLst>
                </a:gridCol>
                <a:gridCol w="250867">
                  <a:extLst>
                    <a:ext uri="{9D8B030D-6E8A-4147-A177-3AD203B41FA5}">
                      <a16:colId xmlns:a16="http://schemas.microsoft.com/office/drawing/2014/main" val="1438800321"/>
                    </a:ext>
                  </a:extLst>
                </a:gridCol>
                <a:gridCol w="250867">
                  <a:extLst>
                    <a:ext uri="{9D8B030D-6E8A-4147-A177-3AD203B41FA5}">
                      <a16:colId xmlns:a16="http://schemas.microsoft.com/office/drawing/2014/main" val="1330743069"/>
                    </a:ext>
                  </a:extLst>
                </a:gridCol>
                <a:gridCol w="250867">
                  <a:extLst>
                    <a:ext uri="{9D8B030D-6E8A-4147-A177-3AD203B41FA5}">
                      <a16:colId xmlns:a16="http://schemas.microsoft.com/office/drawing/2014/main" val="1379473990"/>
                    </a:ext>
                  </a:extLst>
                </a:gridCol>
                <a:gridCol w="250867">
                  <a:extLst>
                    <a:ext uri="{9D8B030D-6E8A-4147-A177-3AD203B41FA5}">
                      <a16:colId xmlns:a16="http://schemas.microsoft.com/office/drawing/2014/main" val="2472479932"/>
                    </a:ext>
                  </a:extLst>
                </a:gridCol>
              </a:tblGrid>
              <a:tr h="264405"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6101" marR="66101" marT="33051" marB="33051">
                    <a:lnL w="381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6101" marR="66101" marT="33051" marB="33051">
                    <a:lnL w="381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6101" marR="66101" marT="33051" marB="3305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6101" marR="66101" marT="33051" marB="3305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6101" marR="66101" marT="33051" marB="3305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F3F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6101" marR="66101" marT="33051" marB="3305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451573"/>
                  </a:ext>
                </a:extLst>
              </a:tr>
              <a:tr h="264405"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6101" marR="66101" marT="33051" marB="33051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6101" marR="66101" marT="33051" marB="3305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6101" marR="66101" marT="33051" marB="3305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6101" marR="66101" marT="33051" marB="3305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F3F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6101" marR="66101" marT="33051" marB="3305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6101" marR="66101" marT="33051" marB="3305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3339775"/>
                  </a:ext>
                </a:extLst>
              </a:tr>
              <a:tr h="264405"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6101" marR="66101" marT="33051" marB="33051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6101" marR="66101" marT="33051" marB="3305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6101" marR="66101" marT="33051" marB="3305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F3F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6101" marR="66101" marT="33051" marB="3305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6101" marR="66101" marT="33051" marB="3305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6101" marR="66101" marT="33051" marB="3305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7802840"/>
                  </a:ext>
                </a:extLst>
              </a:tr>
              <a:tr h="264405"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6101" marR="66101" marT="33051" marB="33051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6101" marR="66101" marT="33051" marB="3305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F3F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6101" marR="66101" marT="33051" marB="3305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6101" marR="66101" marT="33051" marB="3305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6101" marR="66101" marT="33051" marB="3305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6101" marR="66101" marT="33051" marB="3305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4492720"/>
                  </a:ext>
                </a:extLst>
              </a:tr>
              <a:tr h="264405"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6101" marR="66101" marT="33051" marB="33051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F3F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6101" marR="66101" marT="33051" marB="3305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6101" marR="66101" marT="33051" marB="3305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6101" marR="66101" marT="33051" marB="3305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6101" marR="66101" marT="33051" marB="33051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6101" marR="66101" marT="33051" marB="3305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7694604"/>
                  </a:ext>
                </a:extLst>
              </a:tr>
              <a:tr h="264405"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6101" marR="66101" marT="33051" marB="33051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6101" marR="66101" marT="33051" marB="3305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6101" marR="66101" marT="33051" marB="3305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6101" marR="66101" marT="33051" marB="3305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6101" marR="66101" marT="33051" marB="3305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6101" marR="66101" marT="33051" marB="33051">
                    <a:lnL w="12700" cmpd="sng">
                      <a:noFill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32038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97797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917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Li, Kevin</dc:creator>
  <cp:lastModifiedBy>Li, Kevin</cp:lastModifiedBy>
  <cp:revision>2</cp:revision>
  <dcterms:created xsi:type="dcterms:W3CDTF">2026-05-20T19:51:05Z</dcterms:created>
  <dcterms:modified xsi:type="dcterms:W3CDTF">2026-05-21T12:16:43Z</dcterms:modified>
</cp:coreProperties>
</file>